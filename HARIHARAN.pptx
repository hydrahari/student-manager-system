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3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_rels/slideLayout34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1.xml.rels" ContentType="application/vnd.openxmlformats-package.relationships+xml"/>
  <Override PartName="/ppt/slideLayouts/slideLayout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s/_rels/slide14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2.xml.rels" ContentType="application/vnd.openxmlformats-package.relationships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11.xml.rels" ContentType="application/vnd.openxmlformats-package.relationships+xml"/>
  <Override PartName="/ppt/slides/_rels/slide10.xml.rels" ContentType="application/vnd.openxmlformats-package.relationships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4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2F0627-D654-48A2-9069-D84532DB5D9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5187F3-6214-4981-B13A-6059DD91EF5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9A118A-0E13-4464-ACC3-DB280462B34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AF1924-FC3B-4963-8F9D-206FE85489A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BE07DF-F2D5-4CC8-BAFD-E964C0CF3F4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F0EDA2-69EF-4733-AC03-E36BB5AB1BD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F46B96-C10A-47BB-A84F-318B93694BC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5A25D9-B59A-4E50-8921-3105620D252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C412ED-BEC6-44D9-8E3D-56C9E8D3E0B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9B641C-64F6-496A-8928-A0A00AC26DF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064A7F-BE4A-47EB-BDB9-A0918B37E2B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308B0D-0800-4DEC-9F55-1D0B0E42B5E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1F3C168-E684-4226-B671-6F57A5B014D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CF74D75-C0E8-44A6-9B63-686168A5E6A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12C8925-FB2F-4B8D-9EE0-1D6D49F92A6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AA88013-1B1C-4DD2-81F2-03DA44B1619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105C935-0289-473E-A3F7-7C178835943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484501E-52B2-46CA-A151-483593B2D18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8DF0434-041A-4529-9B06-C60F05B81E5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B532CC4-CD2B-43A9-B8E5-BC2A48A9DDC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3707E42-629C-466E-A364-470346C4184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F241CF5-530A-450E-A2A2-1099E7BDCA4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8FDC273-460D-4F90-A97C-DCEAE7D4DA3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56246D5-2FC5-4956-B9DB-CB60BB7E40B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5740CBD-AB4C-4A1E-9BF1-45941C899DE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82C334A-9D75-4EB9-A415-C4D11FACCA9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56F9E97D-040F-4999-BC23-3A511CE316A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1CE2379-9BE9-46A9-8F59-B028700FADC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2BC1363-9D7E-4147-B6CE-16242F54B30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A47CC5B-02AE-433F-8577-459B0D9D46F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EA233AF4-34E5-4ECC-A840-3EB1D8D4B27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B0C9060-D291-45E5-9FB0-E9DE2A39CDE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EB9E844B-4FE9-485D-9CCD-0041B1C373D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2CF2368-E14A-4CFD-9242-006727C4CA9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9495A5E5-4DAA-4A91-A839-2000365F512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EB352313-9BAE-47A1-AE47-6C3219E7C17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IN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IN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IN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7085215-6159-47FC-B944-A2B67B6F09B9}" type="slidenum">
              <a:rPr b="0" lang="en-IN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IN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IN" sz="12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IN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CE54073-7DC4-4F0A-B886-5BBEDA813492}" type="slidenum">
              <a:rPr b="0" lang="en-IN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IN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IN" sz="1200" spc="-1" strike="noStrike">
              <a:latin typeface="Times New Roman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IN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134FA40-E09E-47C5-9B71-AE0AEF5DB4A1}" type="slidenum">
              <a:rPr b="0" lang="en-IN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1" lang="en-IN" sz="6000" spc="-1" strike="noStrike">
                <a:solidFill>
                  <a:srgbClr val="000000"/>
                </a:solidFill>
                <a:latin typeface="Calibri Light"/>
              </a:rPr>
              <a:t>STUDENT MANAGER SYSTEM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subTitle"/>
          </p:nvPr>
        </p:nvSpPr>
        <p:spPr>
          <a:xfrm>
            <a:off x="2160000" y="3620880"/>
            <a:ext cx="8831160" cy="1419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49000"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IN" sz="4000" spc="-1" strike="noStrike">
                <a:solidFill>
                  <a:srgbClr val="000000"/>
                </a:solidFill>
                <a:latin typeface="Calibri"/>
              </a:rPr>
              <a:t>                                                                                    </a:t>
            </a:r>
            <a:r>
              <a:rPr b="0" lang="en-IN" sz="4000" spc="-1" strike="noStrike">
                <a:solidFill>
                  <a:srgbClr val="000000"/>
                </a:solidFill>
                <a:latin typeface="Calibri"/>
              </a:rPr>
              <a:t>PREPARED BY</a:t>
            </a:r>
            <a:endParaRPr b="0" lang="en-IN" sz="400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IN" sz="4000" spc="-1" strike="noStrike">
                <a:solidFill>
                  <a:srgbClr val="000000"/>
                </a:solidFill>
                <a:latin typeface="Calibri"/>
              </a:rPr>
              <a:t>                                                                                      </a:t>
            </a:r>
            <a:r>
              <a:rPr b="0" lang="en-IN" sz="4000" spc="-1" strike="noStrike">
                <a:solidFill>
                  <a:srgbClr val="000000"/>
                </a:solidFill>
                <a:latin typeface="Calibri"/>
              </a:rPr>
              <a:t>HARIHARAN D</a:t>
            </a:r>
            <a:endParaRPr b="0" lang="en-IN" sz="400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IN" sz="4000" spc="-1" strike="noStrike">
                <a:solidFill>
                  <a:srgbClr val="000000"/>
                </a:solidFill>
                <a:latin typeface="Calibri"/>
              </a:rPr>
              <a:t>                                     </a:t>
            </a:r>
            <a:r>
              <a:rPr b="0" lang="en-IN" sz="40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IN" sz="40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IN" sz="40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IN" sz="40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IN" sz="40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IN" sz="40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IN" sz="40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IN" sz="40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IN" sz="40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IN" sz="40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IN" sz="40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IN" sz="40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IN" sz="40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IN" sz="4000" spc="-1" strike="noStrike">
                <a:solidFill>
                  <a:srgbClr val="000000"/>
                </a:solidFill>
                <a:latin typeface="Calibri"/>
              </a:rPr>
              <a:t>                                                     </a:t>
            </a:r>
            <a:r>
              <a:rPr b="0" lang="en-IN" sz="4000" spc="-1" strike="noStrike">
                <a:solidFill>
                  <a:srgbClr val="000000"/>
                </a:solidFill>
                <a:latin typeface="Calibri"/>
              </a:rPr>
              <a:t>43110304              </a:t>
            </a:r>
            <a:endParaRPr b="0" lang="en-IN" sz="400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IN" sz="4000" spc="-1" strike="noStrike">
                <a:solidFill>
                  <a:srgbClr val="000000"/>
                </a:solidFill>
                <a:latin typeface="Calibri"/>
              </a:rPr>
              <a:t>                                                                                                      </a:t>
            </a:r>
            <a:endParaRPr b="0" lang="en-IN" sz="4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  <a:buNone/>
            </a:pPr>
            <a:r>
              <a:rPr b="1" lang="en-IN" sz="4400" spc="-1" strike="noStrike">
                <a:solidFill>
                  <a:srgbClr val="000000"/>
                </a:solidFill>
                <a:latin typeface="Calibri Light"/>
              </a:rPr>
              <a:t>ABSTRACT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28600" indent="-2286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i="1" lang="en-US" sz="2000" spc="-1" strike="noStrike">
                <a:solidFill>
                  <a:srgbClr val="000000"/>
                </a:solidFill>
                <a:latin typeface="Arial"/>
              </a:rPr>
              <a:t>Student Manager System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is a web-based full-stack application designed to maintain and manage student information effectively.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system allows users to add, update, delete, and view student details through a simple user-friendly interface.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It combines an interactive frontend built using HTML, CSS, and JavaScript with a powerful Spring Boot backend that performs CRUD operations and stores data securely in a database.</a:t>
            </a:r>
            <a:br>
              <a:rPr sz="2000"/>
            </a:b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IN" sz="4400" spc="-1" strike="noStrike">
                <a:solidFill>
                  <a:srgbClr val="000000"/>
                </a:solidFill>
                <a:latin typeface="Calibri Light"/>
              </a:rPr>
              <a:t>EXISTING SYSTEM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563760" y="1071720"/>
            <a:ext cx="8523360" cy="39787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Most traditional student data management is manual or stored in Excel sheets.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Data updates are time-consuming and error-prone.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Limited accessibility and no centralized control.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Lack of real-time updates and automated processing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IN" sz="4400" spc="-1" strike="noStrike">
                <a:solidFill>
                  <a:srgbClr val="000000"/>
                </a:solidFill>
                <a:latin typeface="Calibri Light"/>
              </a:rPr>
              <a:t>PROPOSED SYSTEM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655200" y="1191600"/>
            <a:ext cx="7043040" cy="39787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 web-based solution that automates student record management.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Provides quick operations like Add, View, Edit, Delete.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Uses a centralized database to store and manage data.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Allows fast retrieval and updates through RESTful APIs.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User-friendly interface accessible from any browser.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IN" sz="4400" spc="-1" strike="noStrike">
                <a:solidFill>
                  <a:srgbClr val="000000"/>
                </a:solidFill>
                <a:latin typeface="Calibri Light"/>
              </a:rPr>
              <a:t>ADVANTAGES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28600" indent="-2286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Fast and easy management of student details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Secure data storage with MySQL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Simple UI/UX design using HTML, CSS, JS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Platform independent (works on any device)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Real-time updates and dynamic interface</a:t>
            </a:r>
            <a:br>
              <a:rPr sz="2800"/>
            </a:b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IN" sz="4400" spc="-1" strike="noStrike">
                <a:solidFill>
                  <a:srgbClr val="000000"/>
                </a:solidFill>
                <a:latin typeface="Calibri Light"/>
              </a:rPr>
              <a:t>DISADVANTAGES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28600" indent="-2286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Requires an active internet connection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Backend setup needed before use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Limited user authentication (if not implemented)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Cannot function offline</a:t>
            </a:r>
            <a:br>
              <a:rPr sz="2400"/>
            </a:b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IN" sz="4400" spc="-1" strike="noStrike">
                <a:solidFill>
                  <a:srgbClr val="000000"/>
                </a:solidFill>
                <a:latin typeface="Calibri Light"/>
              </a:rPr>
              <a:t>HARDWARE REQUIREMENTS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136" name="Content Placeholder 3"/>
          <p:cNvGraphicFramePr/>
          <p:nvPr/>
        </p:nvGraphicFramePr>
        <p:xfrm>
          <a:off x="640080" y="1585080"/>
          <a:ext cx="10713240" cy="3513240"/>
        </p:xfrm>
        <a:graphic>
          <a:graphicData uri="http://schemas.openxmlformats.org/drawingml/2006/table">
            <a:tbl>
              <a:tblPr/>
              <a:tblGrid>
                <a:gridCol w="5356800"/>
                <a:gridCol w="5356800"/>
              </a:tblGrid>
              <a:tr h="585360">
                <a:tc>
                  <a:txBody>
                    <a:bodyPr anchor="ctr">
                      <a:noAutofit/>
                    </a:bodyPr>
                    <a:p>
                      <a:pPr marL="285840" indent="-2858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IN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Component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marL="285840" indent="-2858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IN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Specification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5360">
                <a:tc>
                  <a:txBody>
                    <a:bodyPr anchor="ctr">
                      <a:noAutofit/>
                    </a:bodyPr>
                    <a:p>
                      <a:pPr marL="285840" indent="-2858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IN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Processor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marL="285840" indent="-2858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Intel Core i3 or above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5360">
                <a:tc>
                  <a:txBody>
                    <a:bodyPr anchor="ctr">
                      <a:noAutofit/>
                    </a:bodyPr>
                    <a:p>
                      <a:pPr marL="285840" indent="-2858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IN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RAM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marL="285840" indent="-2858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IN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Minimum 4 GB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5360">
                <a:tc>
                  <a:txBody>
                    <a:bodyPr anchor="ctr">
                      <a:noAutofit/>
                    </a:bodyPr>
                    <a:p>
                      <a:pPr marL="285840" indent="-2858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IN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Storage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marL="285840" indent="-2858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500 MB for project files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5360">
                <a:tc>
                  <a:txBody>
                    <a:bodyPr anchor="ctr">
                      <a:noAutofit/>
                    </a:bodyPr>
                    <a:p>
                      <a:pPr marL="285840" indent="-2858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IN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Operating System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marL="285840" indent="-2858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Windows 10 / 11 or Linux / macOS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6440">
                <a:tc>
                  <a:txBody>
                    <a:bodyPr anchor="ctr">
                      <a:noAutofit/>
                    </a:bodyPr>
                    <a:p>
                      <a:pPr marL="285840" indent="-2858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IN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Browser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marL="285840" indent="-2858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IN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Google Chrome / Edge / Firefox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IN" sz="4400" spc="-1" strike="noStrike">
                <a:solidFill>
                  <a:srgbClr val="000000"/>
                </a:solidFill>
                <a:latin typeface="Calibri Light"/>
              </a:rPr>
              <a:t>SOFTWARE REQUIREMENTS 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138" name="Content Placeholder 19"/>
          <p:cNvGraphicFramePr/>
          <p:nvPr/>
        </p:nvGraphicFramePr>
        <p:xfrm>
          <a:off x="746640" y="1607760"/>
          <a:ext cx="10606680" cy="3856320"/>
        </p:xfrm>
        <a:graphic>
          <a:graphicData uri="http://schemas.openxmlformats.org/drawingml/2006/table">
            <a:tbl>
              <a:tblPr/>
              <a:tblGrid>
                <a:gridCol w="5288040"/>
                <a:gridCol w="5318640"/>
              </a:tblGrid>
              <a:tr h="482040">
                <a:tc>
                  <a:txBody>
                    <a:bodyPr anchor="ctr">
                      <a:noAutofit/>
                    </a:bodyPr>
                    <a:p>
                      <a:pPr marL="285840" indent="-2858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IN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Software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marL="285840" indent="-2858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IN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Purpose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2040">
                <a:tc>
                  <a:txBody>
                    <a:bodyPr anchor="ctr">
                      <a:noAutofit/>
                    </a:bodyPr>
                    <a:p>
                      <a:pPr marL="285840" indent="-2858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IN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JDK 17 or above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marL="285840" indent="-2858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IN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Java Development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2040">
                <a:tc>
                  <a:txBody>
                    <a:bodyPr anchor="ctr">
                      <a:noAutofit/>
                    </a:bodyPr>
                    <a:p>
                      <a:pPr marL="285840" indent="-2858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IN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Spring Boot 3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marL="285840" indent="-2858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IN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Backend framework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2040">
                <a:tc>
                  <a:txBody>
                    <a:bodyPr anchor="ctr">
                      <a:noAutofit/>
                    </a:bodyPr>
                    <a:p>
                      <a:pPr marL="285840" indent="-2858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IN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Maven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marL="285840" indent="-2858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IN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Dependency management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2040">
                <a:tc>
                  <a:txBody>
                    <a:bodyPr anchor="ctr">
                      <a:noAutofit/>
                    </a:bodyPr>
                    <a:p>
                      <a:pPr marL="285840" indent="-2858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IN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MySQL / H2 DB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marL="285840" indent="-2858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IN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Database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2040">
                <a:tc>
                  <a:txBody>
                    <a:bodyPr anchor="ctr">
                      <a:noAutofit/>
                    </a:bodyPr>
                    <a:p>
                      <a:pPr marL="285840" indent="-2858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IN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Eclipse IDE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marL="285840" indent="-2858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IN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Development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2040">
                <a:tc>
                  <a:txBody>
                    <a:bodyPr anchor="ctr">
                      <a:noAutofit/>
                    </a:bodyPr>
                    <a:p>
                      <a:pPr marL="285840" indent="-2858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IN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HTML, CSS, JS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marL="285840" indent="-2858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IN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Frontend UI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2040">
                <a:tc>
                  <a:txBody>
                    <a:bodyPr anchor="ctr">
                      <a:noAutofit/>
                    </a:bodyPr>
                    <a:p>
                      <a:pPr marL="285840" indent="-2858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IN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Browser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marL="285840" indent="-2858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IN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Client interface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IN" sz="4400" spc="-1" strike="noStrike">
                <a:solidFill>
                  <a:srgbClr val="000000"/>
                </a:solidFill>
                <a:latin typeface="Calibri Light"/>
              </a:rPr>
              <a:t>MODULES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617400" y="1031400"/>
            <a:ext cx="7436160" cy="39787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</a:rPr>
              <a:t>Student Management Module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– add, view, update, delete students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</a:rPr>
              <a:t>Database Module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– manages student data persistence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</a:rPr>
              <a:t>API Communication Module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– connects frontend with backend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IN" sz="4400" spc="-1" strike="noStrike">
                <a:solidFill>
                  <a:srgbClr val="000000"/>
                </a:solidFill>
                <a:latin typeface="Calibri Light"/>
              </a:rPr>
              <a:t>MODULE DESCRIPTION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</a:rPr>
              <a:t>Student Management Module</a:t>
            </a:r>
            <a:br>
              <a:rPr sz="2000"/>
            </a:b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Handles CRUD operations through user interface.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IN" sz="2000" spc="-1" strike="noStrike">
                <a:solidFill>
                  <a:srgbClr val="000000"/>
                </a:solidFill>
                <a:latin typeface="Arial"/>
              </a:rPr>
              <a:t>Database Module</a:t>
            </a:r>
            <a:br>
              <a:rPr sz="2000"/>
            </a:b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Stores student information in MySQL and retrieves it via JPA.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IN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IN" sz="2000" spc="-1" strike="noStrike">
                <a:solidFill>
                  <a:srgbClr val="000000"/>
                </a:solidFill>
                <a:latin typeface="Arial"/>
              </a:rPr>
              <a:t>API Communication Module</a:t>
            </a:r>
            <a:br>
              <a:rPr sz="2000"/>
            </a:b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Uses RESTful endpoints (/api/students) for data exchange between frontend and backend.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IN" sz="4400" spc="-1" strike="noStrike">
                <a:solidFill>
                  <a:srgbClr val="000000"/>
                </a:solidFill>
                <a:latin typeface="Calibri Light"/>
              </a:rPr>
              <a:t>SAMPLE OUTPUT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44" name="Content Placeholder 4" descr=""/>
          <p:cNvPicPr/>
          <p:nvPr/>
        </p:nvPicPr>
        <p:blipFill>
          <a:blip r:embed="rId1"/>
          <a:stretch/>
        </p:blipFill>
        <p:spPr>
          <a:xfrm>
            <a:off x="2090880" y="1690560"/>
            <a:ext cx="7735320" cy="4350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IN" sz="4400" spc="-1" strike="noStrike">
                <a:solidFill>
                  <a:srgbClr val="000000"/>
                </a:solidFill>
                <a:latin typeface="Calibri Light"/>
              </a:rPr>
              <a:t>SAMPLE OUTPUT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46" name="Picture 3" descr=""/>
          <p:cNvPicPr/>
          <p:nvPr/>
        </p:nvPicPr>
        <p:blipFill>
          <a:blip r:embed="rId1"/>
          <a:stretch/>
        </p:blipFill>
        <p:spPr>
          <a:xfrm>
            <a:off x="1562040" y="1436040"/>
            <a:ext cx="8221680" cy="462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IN" sz="4400" spc="-1" strike="noStrike">
                <a:solidFill>
                  <a:srgbClr val="000000"/>
                </a:solidFill>
                <a:latin typeface="Calibri Light"/>
              </a:rPr>
              <a:t>SAMPLE OUTPUT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48" name="Picture 3" descr=""/>
          <p:cNvPicPr/>
          <p:nvPr/>
        </p:nvPicPr>
        <p:blipFill>
          <a:blip r:embed="rId1"/>
          <a:stretch/>
        </p:blipFill>
        <p:spPr>
          <a:xfrm>
            <a:off x="1935360" y="1386720"/>
            <a:ext cx="7976160" cy="4486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IN" sz="4400" spc="-1" strike="noStrike">
                <a:solidFill>
                  <a:srgbClr val="000000"/>
                </a:solidFill>
                <a:latin typeface="Calibri Light"/>
              </a:rPr>
              <a:t>CONCLUSION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28600" indent="-2286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i="1" lang="en-US" sz="2000" spc="-1" strike="noStrike">
                <a:solidFill>
                  <a:srgbClr val="000000"/>
                </a:solidFill>
                <a:latin typeface="Arial"/>
              </a:rPr>
              <a:t>Student Manager System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successfully demonstrates a simple yet efficient full-stack web application that integrates frontend and backend technologies for complete data management.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It eliminates manual work, improves accuracy, and provides a scalable foundation for future enhancements such as login authentication, advanced analytics, and report generation.</a:t>
            </a:r>
            <a:br>
              <a:rPr sz="2000"/>
            </a:b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Application>PPTXPresentationEditor/1.2.0.0$MacOSX_AARCH64 LibreOffice_project/e114eadc50a9ff8d8c8a0567d6da8f454beeb84f</Application>
  <AppVersion>15.0000</AppVersion>
  <Words>445</Words>
  <Paragraphs>76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2025-10-28T10:04:57Z</dcterms:created>
  <dc:creator>Gautam Bahadur</dc:creator>
  <dc:description/>
  <dc:language>en-IN</dc:language>
  <cp:lastModifiedBy/>
  <dcterms:modified xsi:type="dcterms:W3CDTF">2026-05-18T18:42:55Z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14</vt:i4>
  </property>
</Properties>
</file>